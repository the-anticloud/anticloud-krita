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2026-10-02T09:27:35.542705Z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dfe897cb9ac5bc896f14935c700d5ee756f79986c2267f3e4816e30431afdcb3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2026-10-02T09:27:35.542705Z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