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2026-10-02T09:27:38.019723Z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79c046f23d6185979bd1886442b98381c94593de424537f0b4cbb4d51812d621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2026-10-02T09:27:38.019723Z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