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2026-10-02T09:27:38.330547Z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23d787ccdbbfaee2b6fc643bdbf8a2fff6777aea94ab847da6c97bdb132ef119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2026-10-02T09:27:38.330547Z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