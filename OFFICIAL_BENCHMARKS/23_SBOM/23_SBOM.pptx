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2026-10-02T09:27:37.857815Z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a833b583fe83dc2b6b4342ffe036aca112d7f55f807d26053f00796839b29337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2026-10-02T09:27:37.857815Z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